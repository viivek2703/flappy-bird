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11/21/2023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ECECF1"/>
                </a:solidFill>
                <a:effectLst/>
                <a:latin typeface="Söhne"/>
              </a:rPr>
              <a:t>Flappy Bird Game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ECECF1"/>
                </a:solidFill>
                <a:effectLst/>
                <a:latin typeface="Söhne"/>
              </a:rPr>
              <a:t>Python, </a:t>
            </a:r>
            <a:r>
              <a:rPr lang="en-US" b="0" i="0" dirty="0" err="1">
                <a:solidFill>
                  <a:srgbClr val="ECECF1"/>
                </a:solidFill>
                <a:effectLst/>
                <a:latin typeface="Söhne"/>
              </a:rPr>
              <a:t>Py</a:t>
            </a:r>
            <a:r>
              <a:rPr lang="en-US" b="0" i="0" dirty="0">
                <a:solidFill>
                  <a:srgbClr val="ECECF1"/>
                </a:solidFill>
                <a:effectLst/>
                <a:latin typeface="Söhne"/>
              </a:rPr>
              <a:t>-game, and Super Fun!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ECECF1"/>
                </a:solidFill>
                <a:effectLst/>
                <a:latin typeface="Söhne"/>
              </a:rPr>
              <a:t>Introduction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Briefly introduce the code.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Mention it's a Flappy Bird game implemented in Python using the </a:t>
            </a:r>
            <a:r>
              <a:rPr lang="en-US" b="0" i="0" dirty="0" err="1">
                <a:effectLst/>
                <a:latin typeface="Söhne"/>
              </a:rPr>
              <a:t>Pygame</a:t>
            </a:r>
            <a:r>
              <a:rPr lang="en-US" b="0" i="0" dirty="0">
                <a:effectLst/>
                <a:latin typeface="Söhne"/>
              </a:rPr>
              <a:t> library.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Highlight the importance of each section in creating the game.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5B16-015E-9DC0-7AA2-B901E3308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Autofit/>
          </a:bodyPr>
          <a:lstStyle/>
          <a:p>
            <a:r>
              <a:rPr lang="en-IN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Imports:</a:t>
            </a:r>
            <a:br>
              <a:rPr lang="en-IN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0C622-7E4E-3428-F183-9CBE44673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3</a:t>
            </a:fld>
            <a:endParaRPr lang="en-US" noProof="0"/>
          </a:p>
        </p:txBody>
      </p:sp>
      <p:pic>
        <p:nvPicPr>
          <p:cNvPr id="6" name="Picture 5" descr="A screen shot of a computer">
            <a:extLst>
              <a:ext uri="{FF2B5EF4-FFF2-40B4-BE49-F238E27FC236}">
                <a16:creationId xmlns:a16="http://schemas.microsoft.com/office/drawing/2014/main" id="{4667380C-7718-3802-EA8C-7B7F9081C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087" y="2752881"/>
            <a:ext cx="7548513" cy="1962614"/>
          </a:xfrm>
          <a:prstGeom prst="rect">
            <a:avLst/>
          </a:prstGeom>
          <a:noFill/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D9B42D9D-6ECB-7E54-3859-BB15AB7538D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43366" y="1444649"/>
            <a:ext cx="3365063" cy="4579079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198375" rIns="0" bIns="198375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random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: Used for generating random numbers.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sys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: Provides access to some variables used or maintained by the Python interpreter.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pygame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: A cross-platform set of Python modules designed for writing video games.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pygame.locals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: Contains constants like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QUIT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,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KEYDOWN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, etc., used by Pygame.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4103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5B378-DABE-F6AF-BB9B-FB0BA32F5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IN" sz="1500" b="1" i="0">
                <a:effectLst/>
              </a:rPr>
              <a:t>Global Variables:</a:t>
            </a:r>
            <a:br>
              <a:rPr lang="en-IN" sz="1500" b="1" i="0">
                <a:effectLst/>
              </a:rPr>
            </a:br>
            <a:endParaRPr lang="en-IN" sz="15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45C8B2-E01D-A49E-2A7B-2C69EAAD4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4</a:t>
            </a:fld>
            <a:endParaRPr lang="en-US" noProof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F9EA406-16BF-7674-DA30-76C4DAEB3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65" y="2564191"/>
            <a:ext cx="5184437" cy="2566296"/>
          </a:xfrm>
          <a:prstGeom prst="rect">
            <a:avLst/>
          </a:prstGeom>
          <a:noFill/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1D3F445B-6708-8C41-61A3-D98C1151933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473825" y="1517650"/>
            <a:ext cx="5184775" cy="465931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198375" rIns="0" bIns="198375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FPS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: Frames per second for the game.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SCREENWIDTH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and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SCREENHEIGHT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: Dimensions of the game screen.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GROUNDY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: Ground level position.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Paths to images (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PLAYER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,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BACKGROUND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,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PIPE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) used in the game.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5721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E7AE07B-7261-7928-15F5-CF44A648C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/>
              <a:t> ‘</a:t>
            </a:r>
            <a:r>
              <a:rPr lang="en-US" err="1"/>
              <a:t>welcomescreen</a:t>
            </a:r>
            <a:r>
              <a:rPr lang="en-US"/>
              <a:t>()’ Function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249345-C3FF-507F-884C-395ED406C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5</a:t>
            </a:fld>
            <a:endParaRPr lang="en-US" noProof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94030037-0457-4F74-EBFE-78CB43B1F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Displays welcome images on the screen.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Allows the user to start the game by pressing the </a:t>
            </a:r>
            <a:r>
              <a:rPr lang="en-US" b="1" i="0" dirty="0">
                <a:effectLst/>
                <a:latin typeface="Söhne"/>
              </a:rPr>
              <a:t>spacebar</a:t>
            </a:r>
            <a:r>
              <a:rPr lang="en-US" b="0" i="0" dirty="0">
                <a:effectLst/>
                <a:latin typeface="Söhne"/>
              </a:rPr>
              <a:t> or the </a:t>
            </a:r>
            <a:r>
              <a:rPr lang="en-US" b="1" i="0" dirty="0">
                <a:effectLst/>
                <a:latin typeface="Söhne"/>
              </a:rPr>
              <a:t>up arrow</a:t>
            </a:r>
            <a:r>
              <a:rPr lang="en-US" b="0" i="0" dirty="0">
                <a:effectLst/>
                <a:latin typeface="Söhne"/>
              </a:rPr>
              <a:t> key.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Uses </a:t>
            </a:r>
            <a:r>
              <a:rPr lang="en-US" b="0" i="0" dirty="0" err="1">
                <a:effectLst/>
                <a:latin typeface="Söhne"/>
              </a:rPr>
              <a:t>Pygame</a:t>
            </a:r>
            <a:r>
              <a:rPr lang="en-US" b="0" i="0" dirty="0">
                <a:effectLst/>
                <a:latin typeface="Söhne"/>
              </a:rPr>
              <a:t> event handling to manage user input.</a:t>
            </a:r>
          </a:p>
          <a:p>
            <a:endParaRPr lang="en-US" dirty="0"/>
          </a:p>
        </p:txBody>
      </p:sp>
      <p:pic>
        <p:nvPicPr>
          <p:cNvPr id="11" name="Picture 10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DE654AC4-EDF9-42F5-2549-A3BE3539E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163" y="1734681"/>
            <a:ext cx="5184437" cy="42253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8360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F4A6D3F-53A5-0F99-B22E-F7A4DCC25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‘</a:t>
            </a:r>
            <a:r>
              <a:rPr lang="en-US" dirty="0" err="1"/>
              <a:t>maingame</a:t>
            </a:r>
            <a:r>
              <a:rPr lang="en-US" dirty="0"/>
              <a:t>()’ Function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2C5EB442-54DC-9CF0-71EC-9A2457050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6</a:t>
            </a:fld>
            <a:endParaRPr lang="en-US" noProof="0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2356CACB-798E-868E-9E60-8C9C26C0C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Implements the main game loop.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Handles user input for jumping the </a:t>
            </a:r>
            <a:r>
              <a:rPr lang="en-US" b="0" i="0" dirty="0" err="1">
                <a:effectLst/>
                <a:latin typeface="Söhne"/>
              </a:rPr>
              <a:t>bliting</a:t>
            </a:r>
            <a:r>
              <a:rPr lang="en-US" b="0" i="0" dirty="0">
                <a:effectLst/>
                <a:latin typeface="Söhne"/>
              </a:rPr>
              <a:t> pipes.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Manages the movement of pipes, scoring, and collision detection.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EE4A0-1551-BF9A-7326-83860360E5DD}"/>
              </a:ext>
            </a:extLst>
          </p:cNvPr>
          <p:cNvSpPr>
            <a:spLocks/>
          </p:cNvSpPr>
          <p:nvPr/>
        </p:nvSpPr>
        <p:spPr>
          <a:xfrm>
            <a:off x="5313598" y="4938225"/>
            <a:ext cx="314204" cy="282292"/>
          </a:xfrm>
          <a:prstGeom prst="rect">
            <a:avLst/>
          </a:prstGeom>
        </p:spPr>
        <p:txBody>
          <a:bodyPr/>
          <a:lstStyle/>
          <a:p>
            <a:pPr defTabSz="704088">
              <a:spcAft>
                <a:spcPts val="600"/>
              </a:spcAft>
            </a:pPr>
            <a:fld id="{C263D6C4-4840-40CC-AC84-17E24B3B7BDE}" type="slidenum">
              <a:rPr lang="en-US" sz="138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defTabSz="704088">
                <a:spcAft>
                  <a:spcPts val="600"/>
                </a:spcAft>
              </a:pPr>
              <a:t>6</a:t>
            </a:fld>
            <a:endParaRPr lang="en-US" noProof="0"/>
          </a:p>
        </p:txBody>
      </p:sp>
      <p:pic>
        <p:nvPicPr>
          <p:cNvPr id="6" name="Picture 5" descr="A blue and white text on a black background&#10;&#10;Description automatically generated">
            <a:extLst>
              <a:ext uri="{FF2B5EF4-FFF2-40B4-BE49-F238E27FC236}">
                <a16:creationId xmlns:a16="http://schemas.microsoft.com/office/drawing/2014/main" id="{CD058BCA-C5CE-2B5A-BBA7-51AE81CF8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65" y="2474159"/>
            <a:ext cx="5108987" cy="134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20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81F65-5708-8EFE-C7A8-2C6B44B3B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IN" dirty="0"/>
              <a:t>‘</a:t>
            </a:r>
            <a:r>
              <a:rPr lang="en-IN" dirty="0" err="1"/>
              <a:t>isCollide</a:t>
            </a:r>
            <a:r>
              <a:rPr lang="en-IN" dirty="0"/>
              <a:t>()’ Function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F1DBC7F-02AC-EBCB-1D49-167D921064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Söhne"/>
              </a:rPr>
              <a:t>Checks for collisions between the player and pipes or ground.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Söhne"/>
              </a:rPr>
              <a:t>Plays a 'hit' sound effect if a collision is detected.</a:t>
            </a:r>
          </a:p>
          <a:p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672312-973C-2B6F-09EB-8AFAB960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7</a:t>
            </a:fld>
            <a:endParaRPr lang="en-US" noProof="0"/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45E17C6A-8EDE-D9ED-DBCA-3FE4B72C7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1826373"/>
            <a:ext cx="10020300" cy="15830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73289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EBA35-52FA-D4C1-520C-890A988D6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‘</a:t>
            </a:r>
            <a:r>
              <a:rPr lang="en-IN" dirty="0" err="1"/>
              <a:t>getrandomPipe</a:t>
            </a:r>
            <a:r>
              <a:rPr lang="en-IN" dirty="0"/>
              <a:t>()’ Function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A07C37-60B5-85C3-58D0-21A5FDB9D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C0920-3953-87F2-9500-107AAF01C1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4E2A666-9C72-6A1D-6016-D8CC1BB9E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557" y="3154656"/>
            <a:ext cx="2834886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674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25</TotalTime>
  <Words>251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Söhne</vt:lpstr>
      <vt:lpstr>Times New Roman</vt:lpstr>
      <vt:lpstr>Trade Gothic LT Pro</vt:lpstr>
      <vt:lpstr>Trebuchet MS</vt:lpstr>
      <vt:lpstr>Office Theme</vt:lpstr>
      <vt:lpstr>Flappy Bird Game</vt:lpstr>
      <vt:lpstr>Introduction</vt:lpstr>
      <vt:lpstr>Imports: </vt:lpstr>
      <vt:lpstr>Global Variables: </vt:lpstr>
      <vt:lpstr> ‘welcomescreen()’ Function</vt:lpstr>
      <vt:lpstr>‘maingame()’ Function</vt:lpstr>
      <vt:lpstr>‘isCollide()’ Function</vt:lpstr>
      <vt:lpstr>‘getrandomPipe()’ Function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Flappy Bird Game</dc:title>
  <dc:creator>Vivek Waryani</dc:creator>
  <cp:lastModifiedBy>Vivek Waryani</cp:lastModifiedBy>
  <cp:revision>2</cp:revision>
  <dcterms:created xsi:type="dcterms:W3CDTF">2023-11-20T20:05:03Z</dcterms:created>
  <dcterms:modified xsi:type="dcterms:W3CDTF">2023-11-21T04:12:47Z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2023-11-20T20:07:53Z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6dade7f0-4cf2-45bd-ad9e-9ac733d19f9e</vt:lpwstr>
  </property>
  <property fmtid="{D5CDD505-2E9C-101B-9397-08002B2CF9AE}" pid="8" name="MSIP_Label_defa4170-0d19-0005-0004-bc88714345d2_ActionId">
    <vt:lpwstr>7d609f85-27c2-4389-bace-dcac69cb5ffc</vt:lpwstr>
  </property>
  <property fmtid="{D5CDD505-2E9C-101B-9397-08002B2CF9AE}" pid="9" name="MSIP_Label_defa4170-0d19-0005-0004-bc88714345d2_ContentBits">
    <vt:lpwstr>0</vt:lpwstr>
  </property>
</Properties>
</file>